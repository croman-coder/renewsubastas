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828800" cy="651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166533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40">
                <a:solidFill>
                  <a:srgbClr val="A1A1AA"/>
                </a:solidFill>
                <a:latin typeface="Calibri"/>
              </a:rPr>
              <a:t>MANUAL · ROL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78013"/>
            <a:ext cx="105091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spc="-50">
                <a:solidFill>
                  <a:srgbClr val="FFFFFF"/>
                </a:solidFill>
                <a:latin typeface="Calibri"/>
              </a:rPr>
              <a:t>Administrador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49613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D4D4D8"/>
                </a:solidFill>
                <a:latin typeface="Calibri"/>
              </a:rPr>
              <a:t>Tenés el control total de la plataforma. Esta guía cubre todo lo que podés hacer, paso a paso.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17920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spc="60">
                <a:solidFill>
                  <a:srgbClr val="71717A"/>
                </a:solidFill>
                <a:latin typeface="Calibri"/>
              </a:rPr>
              <a:t>Admin</a:t>
            </a:r>
            <a:r>
              <a:rPr sz="900" b="0">
                <a:solidFill>
                  <a:srgbClr val="52525B"/>
                </a:solidFill>
                <a:latin typeface="Calibri"/>
              </a:rPr>
              <a:t>    Santa Rosa Automotores · Paraguay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TU 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Qué significa ser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El admin es la máxima autoridad de la plataforma. Al iniciar sesión entrás directo a /admin.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Usuarios: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creás cuentas de cualquier tipo y cambiás roles o estado.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Empresa:  </a:t>
            </a:r>
            <a:r>
              <a:rPr sz="1450" b="0">
                <a:solidFill>
                  <a:srgbClr val="52525B"/>
                </a:solidFill>
                <a:latin typeface="Calibri"/>
              </a:rPr>
              <a:t>configurás moneda, pujas, financiación, correos y datos de pago.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Operación:  </a:t>
            </a:r>
            <a:r>
              <a:rPr sz="1450" b="0">
                <a:solidFill>
                  <a:srgbClr val="52525B"/>
                </a:solidFill>
                <a:latin typeface="Calibri"/>
              </a:rPr>
              <a:t>hacés todo lo de staff (vehículos y subastas) y todo lo de finanzas (pagos).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525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Auditoría:  </a:t>
            </a:r>
            <a:r>
              <a:rPr sz="1450" b="0">
                <a:solidFill>
                  <a:srgbClr val="52525B"/>
                </a:solidFill>
                <a:latin typeface="Calibri"/>
              </a:rPr>
              <a:t>cada acción sensible queda registrada para tu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185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Gestión de usuarios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Crear cuentas, asignar roles y controlar accesos.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CREAR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Dar de alta una cuenta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Desde Usuarios, botón «Nuevo». Elegís el tipo de cuenta y completás los datos.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517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3347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Elegí el tipo de cuenta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Retail, Wholesale, Staff, Finanzas o Admin. El tipo define qué verá y podrá hacer la persona.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4975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7929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Completá email y nombre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Nombre y apellido (hasta 40 caracteres). El email del equipo debe ser del dominio de la empresa.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3434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2511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Documento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Tipo (CI o RUC) y número, según Paraguay.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518922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70932"/>
            <a:ext cx="9795967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Guardá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Se crea la cuenta y se envía un correo de bienvenida con un enlace para que la persona cree su contraseña.</a:t>
            </a:r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TIPOS DE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Qué elegir en cada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3271" y="2194560"/>
            <a:ext cx="5885151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PARA QUIÉN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38422" y="2194560"/>
            <a:ext cx="231202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EMAIL DEL DOMINIO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06624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71" y="2706624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Comprador del público general.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8422" y="2706624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No requerido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27265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73552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Wholesale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3271" y="3273552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Comprador mayorista.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8422" y="3273552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No requerido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83958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40480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3271" y="3840480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Equipo que carga vehículos y subastas.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422" y="3840480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Sí, @santarosa.com.py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40650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407408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Finanzas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3271" y="4407408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Equipo que confirma pagos.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422" y="4407408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Sí, @santarosa.com.py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97343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974336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3271" y="4974336"/>
            <a:ext cx="5885151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Administrador con control total.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8422" y="4974336"/>
            <a:ext cx="231202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Sí, @santarosa.com.py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554036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669280"/>
            <a:ext cx="10509199" cy="10058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1">
                <a:solidFill>
                  <a:srgbClr val="92400E"/>
                </a:solidFill>
                <a:latin typeface="Calibri"/>
              </a:rPr>
              <a:t>Cuidado con admin  </a:t>
            </a:r>
            <a:r>
              <a:rPr sz="1250" b="0">
                <a:solidFill>
                  <a:srgbClr val="92400E"/>
                </a:solidFill>
                <a:latin typeface="Calibri"/>
              </a:rPr>
              <a:t>Dar rol admin entrega control total. Asignalo solo a personas de máxima confianza.</a:t>
            </a:r>
          </a:p>
        </p:txBody>
      </p:sp>
      <p:pic>
        <p:nvPicPr>
          <p:cNvPr id="30" name="Picture 29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EDITAR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Cambiar rol, estado o eliminar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Desde la ficha de un usuario podés ajustar su cuenta en cualquier momento.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517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334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Cambiar el tipo de cuenta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Elegís otro tipo (por ejemplo, de retail a wholesale, o promover a staff) y guardás.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935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Activar o desactivar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Una cuenta desactivada no puede ingresar. Útil sin borrar el historial.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5720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5371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Eliminar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Borra la cuenta. Pide confirmación porque es una acción definitiva.</a:t>
            </a:r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066543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CONTRASEÑAS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Restablecer la contraseña de alguien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Si un usuario no puede entrar, generás y le enviás un enlace de restablecimiento.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65176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3347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Generá el enlace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Desde la ficha del usuario, la plataforma crea un enlace seguro de restablecimiento.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61188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9359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Se envía por correo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 usuario recibe «Restablecé tu contraseña · Renew Subastas» con el enlace.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572000"/>
            <a:ext cx="457200" cy="45720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53712"/>
            <a:ext cx="979596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Calibri"/>
              </a:rPr>
              <a:t>También lo ves vos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2525B"/>
                </a:solidFill>
                <a:latin typeface="Calibri"/>
              </a:rPr>
              <a:t>El enlace queda visible para que puedas pasarlo por otro medio si hiciera falta.</a:t>
            </a:r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Configuración de la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Los parámetros del negocio, sin tocar código.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CONFIG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Las secciones de configuración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3362943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SECCIÓN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4191" y="2194560"/>
            <a:ext cx="7146255" cy="457200"/>
          </a:xfrm>
          <a:prstGeom prst="rect">
            <a:avLst/>
          </a:prstGeom>
          <a:noFill/>
        </p:spPr>
        <p:txBody>
          <a:bodyPr wrap="square" anchor="b" lIns="0" rIns="109728" tIns="0" bIns="0">
            <a:spAutoFit/>
          </a:bodyPr>
          <a:lstStyle/>
          <a:p>
            <a:r>
              <a:rPr sz="1050" b="1" spc="60">
                <a:solidFill>
                  <a:srgbClr val="71717A"/>
                </a:solidFill>
                <a:latin typeface="Calibri"/>
              </a:rPr>
              <a:t>QUÉ CONTROLA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51760"/>
            <a:ext cx="10509199" cy="1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06624"/>
            <a:ext cx="336294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Moneda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191" y="2706624"/>
            <a:ext cx="7146255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Moneda principal (USD/PYG), tipo de cambio, mostrar valor secundario.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27265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273552"/>
            <a:ext cx="336294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Pujas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4191" y="3273552"/>
            <a:ext cx="7146255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Incremento fijo por oferta y segundos de anti-sniping.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39580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40480"/>
            <a:ext cx="336294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Financiación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4191" y="3840480"/>
            <a:ext cx="7146255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Activar/desactivar, cuotas permitidas, tasa anual, anticipo, monto mínimo.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40650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07408"/>
            <a:ext cx="336294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Correos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4191" y="4407408"/>
            <a:ext cx="7146255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Dominio del equipo, dirección y nombre del remitente.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97343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74336"/>
            <a:ext cx="3362943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>
                <a:solidFill>
                  <a:srgbClr val="0A0A0A"/>
                </a:solidFill>
                <a:latin typeface="Calibri"/>
              </a:rPr>
              <a:t>Pagos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4191" y="4974336"/>
            <a:ext cx="7146255" cy="566928"/>
          </a:xfrm>
          <a:prstGeom prst="rect">
            <a:avLst/>
          </a:prstGeom>
          <a:noFill/>
        </p:spPr>
        <p:txBody>
          <a:bodyPr wrap="square" anchor="ctr" lIns="0" rIns="164592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2525B"/>
                </a:solidFill>
                <a:latin typeface="Calibri"/>
              </a:rPr>
              <a:t>Cuenta bancaria, % de seña, plazo en horas, instrucciones y contacto.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54036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69280"/>
            <a:ext cx="10509199" cy="69494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46304" bIns="146304"/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1E40AF"/>
                </a:solidFill>
                <a:latin typeface="Calibri"/>
              </a:rPr>
              <a:t>Cada cambio queda auditado con el valor anterior y el nuevo.</a:t>
            </a:r>
          </a:p>
        </p:txBody>
      </p:sp>
      <p:pic>
        <p:nvPicPr>
          <p:cNvPr id="24" name="Picture 2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DATOS DE PAGO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La cuenta donde paga el ganador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Lo que cargues acá es lo que verá el comprador en su página de ganador.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Banco y cuenta:  </a:t>
            </a:r>
            <a:r>
              <a:rPr sz="1450" b="0">
                <a:solidFill>
                  <a:srgbClr val="52525B"/>
                </a:solidFill>
                <a:latin typeface="Calibri"/>
              </a:rPr>
              <a:t>titular, banco, número, tipo de cuenta y RUC.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Seña:  </a:t>
            </a:r>
            <a:r>
              <a:rPr sz="1450" b="0">
                <a:solidFill>
                  <a:srgbClr val="52525B"/>
                </a:solidFill>
                <a:latin typeface="Calibri"/>
              </a:rPr>
              <a:t>porcentaje del valor (por defecto 10%) y plazo en horas para pagar.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Instrucciones:  </a:t>
            </a:r>
            <a:r>
              <a:rPr sz="1450" b="0">
                <a:solidFill>
                  <a:srgbClr val="52525B"/>
                </a:solidFill>
                <a:latin typeface="Calibri"/>
              </a:rPr>
              <a:t>texto que guía al comprador, en español e inglés.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525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Contacto:  </a:t>
            </a:r>
            <a:r>
              <a:rPr sz="1450" b="0">
                <a:solidFill>
                  <a:srgbClr val="52525B"/>
                </a:solidFill>
                <a:latin typeface="Calibri"/>
              </a:rPr>
              <a:t>email y teléfono para dudas de pago.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185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52525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54680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spc="-50">
                <a:solidFill>
                  <a:srgbClr val="FFFFFF"/>
                </a:solidFill>
                <a:latin typeface="Calibri"/>
              </a:rPr>
              <a:t>Operación y pagos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A1A1AA"/>
                </a:solidFill>
                <a:latin typeface="Calibri"/>
              </a:rPr>
              <a:t>El admin también hace lo de staff y finanzas.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359152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ALCANCE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Vehículos, subastas y pagos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No tenés límites operativos: cubrís cualquier tarea de los otros 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Vehículos y subastas: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cargás, editás, cancelás y eliminás igual que el staff (ver manual de Staff).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Confirmar pagos: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confirmás o liberás señas igual que finanzas (ver manual de Finanzas).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Ventas:  </a:t>
            </a:r>
            <a:r>
              <a:rPr sz="1450" b="0">
                <a:solidFill>
                  <a:srgbClr val="52525B"/>
                </a:solidFill>
                <a:latin typeface="Calibri"/>
              </a:rPr>
              <a:t>ves el registro de ventas en /sales en tiempo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AUDITORÍA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Todo queda registrado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>
                <a:solidFill>
                  <a:srgbClr val="52525B"/>
                </a:solidFill>
                <a:latin typeface="Calibri"/>
              </a:rPr>
              <a:t>El registro de auditoría es tu respaldo: muestra quién hizo qué y cuándo.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Acciones sensibles: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creación y borrado de usuarios, cambios de rol, confirmación de pagos, borrado de subastas.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177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Antes y después:  </a:t>
            </a:r>
            <a:r>
              <a:rPr sz="1450" b="0">
                <a:solidFill>
                  <a:srgbClr val="52525B"/>
                </a:solidFill>
                <a:latin typeface="Calibri"/>
              </a:rPr>
              <a:t>guarda el estado previo y el nuevo para cada cambio de configuración.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847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856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Trazabilidad:  </a:t>
            </a:r>
            <a:r>
              <a:rPr sz="1450" b="0">
                <a:solidFill>
                  <a:srgbClr val="52525B"/>
                </a:solidFill>
                <a:latin typeface="Calibri"/>
              </a:rPr>
              <a:t>siempre podés reconstruir qué pasó con una cuenta o una subasta.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516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841248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00" b="1" spc="120">
                <a:solidFill>
                  <a:srgbClr val="FFFFFF"/>
                </a:solidFill>
                <a:latin typeface="Calibri"/>
              </a:rPr>
              <a:t>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spc="-40">
                <a:solidFill>
                  <a:srgbClr val="0A0A0A"/>
                </a:solidFill>
                <a:latin typeface="Calibri"/>
              </a:rPr>
              <a:t>Recomendaciones de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Mínimos admins:  </a:t>
            </a:r>
            <a:r>
              <a:rPr sz="1450" b="0">
                <a:solidFill>
                  <a:srgbClr val="52525B"/>
                </a:solidFill>
                <a:latin typeface="Calibri"/>
              </a:rPr>
              <a:t>cuantos menos administradores, más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60588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61488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Desactivar, no borrar:  </a:t>
            </a:r>
            <a:r>
              <a:rPr sz="1450" b="0">
                <a:solidFill>
                  <a:srgbClr val="52525B"/>
                </a:solidFill>
                <a:latin typeface="Calibri"/>
              </a:rPr>
              <a:t>si alguien deja el equipo, desactivá la cuenta para conservar el historial.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27516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328416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Email del dominio:  </a:t>
            </a:r>
            <a:r>
              <a:rPr sz="1450" b="0">
                <a:solidFill>
                  <a:srgbClr val="52525B"/>
                </a:solidFill>
                <a:latin typeface="Calibri"/>
              </a:rPr>
              <a:t>exigí siempre el dominio de la empresa para staff, finanzas y admin.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94444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95344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0A0A0A"/>
                </a:solidFill>
                <a:latin typeface="Calibri"/>
              </a:rPr>
              <a:t>Revisá la auditoría:  </a:t>
            </a:r>
            <a:r>
              <a:rPr sz="1450" b="0">
                <a:solidFill>
                  <a:srgbClr val="52525B"/>
                </a:solidFill>
                <a:latin typeface="Calibri"/>
              </a:rPr>
              <a:t>ante cualquier duda, el registro tiene la respuesta.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61372"/>
            <a:ext cx="10509199" cy="90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new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55080"/>
            <a:ext cx="513014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8447" y="633679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1" spc="40">
                <a:solidFill>
                  <a:srgbClr val="71717A"/>
                </a:solidFill>
                <a:latin typeface="Calibri"/>
              </a:rPr>
              <a:t>Admin ·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new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86000"/>
            <a:ext cx="1554480" cy="554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3297343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spc="-40">
                <a:solidFill>
                  <a:srgbClr val="FFFFFF"/>
                </a:solidFill>
                <a:latin typeface="Calibri"/>
              </a:rPr>
              <a:t>Tenés el control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11743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Usá tu acceso con criterio: cada acción deja huella.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95791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A1A1AA"/>
                </a:solidFill>
                <a:latin typeface="Calibri"/>
              </a:rPr>
              <a:t>Renew Subastas · Santa Rosa Automotores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
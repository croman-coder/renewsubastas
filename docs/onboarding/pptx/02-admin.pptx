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ROL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Tenés el control total de la plataforma. Esta guía cubre todo lo que podés hacer, paso a paso.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Admin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Paraguay SA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significa ser admin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admin es la máxima autoridad de la plataforma. Al iniciar sesión entrás directo a /admin.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Usuarios: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creás cuentas de cualquier tipo y cambiás roles o estado.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Empresa: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configurás moneda, pujas, financiación, correos y datos de pago.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Operación:  </a:t>
            </a:r>
            <a:r>
              <a:rPr sz="1450" b="0">
                <a:solidFill>
                  <a:srgbClr val="52525B"/>
                </a:solidFill>
                <a:latin typeface="Calibri"/>
              </a:rPr>
              <a:t>hacés todo lo de staff (vehículos y subastas) y todo lo de finanzas (pagos).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3525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Auditoría: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cada acción sensible queda registrada para tu control.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9185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Gestión de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Crear cuentas, asignar roles y controlar accesos.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CREAR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Dar de alta una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Usuarios, botón «Nuevo». Elegís el tipo de cuenta y completás los datos.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Elegí el tipo de cuenta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Retail, Wholesale, Staff, Finanzas o Admin. El tipo define qué verá y podrá hacer la persona.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48386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65576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Completá email y nombre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Nombre y apellido (hasta 40 caracteres). El email del equipo debe ser del dominio de la empresa.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33425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315968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Documento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Tipo (CI o RUC) y número, según Paraguay.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518464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166360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Guardá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Se crea la cuenta y se envía un correo de bienvenida con un enlace para que la persona cree su contraseña.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Formulario «Nuevo usuario»</a:t>
            </a:r>
          </a:p>
        </p:txBody>
      </p:sp>
      <p:pic>
        <p:nvPicPr>
          <p:cNvPr id="15" name="Picture 14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TIPOS DE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elegir en cada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PARA QUIÉN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EMAIL DEL DOMINIO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Retail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Comprador del público general.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No requerido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2726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Wholesale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273552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Comprador mayorista.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No requerido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38395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3840480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Equipo que carga vehículos y subastas.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Sí, @santarosa.com.py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40650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Finanzas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3271" y="4407408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Equipo que confirma pagos.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8422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Sí, @santarosa.com.py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497343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3271" y="4974336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Administrador con control total.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8422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Sí, @santarosa.com.py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554036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6928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2400E"/>
                </a:solidFill>
                <a:latin typeface="Calibri"/>
              </a:rPr>
              <a:t>Cuidado con admin  </a:t>
            </a:r>
            <a:r>
              <a:rPr sz="1250" b="0">
                <a:solidFill>
                  <a:srgbClr val="92400E"/>
                </a:solidFill>
                <a:latin typeface="Calibri"/>
              </a:rPr>
              <a:t>Dar rol admin entrega control total. Asignalo solo a personas de máxima confianza.</a:t>
            </a:r>
          </a:p>
        </p:txBody>
      </p:sp>
      <p:pic>
        <p:nvPicPr>
          <p:cNvPr id="30" name="Picture 29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EDITAR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Cambiar rol, estado o eliminar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14016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Desde la ficha de un usuario podés ajustar su cuenta en cualquier momento.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3108960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090672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Cambiar el tipo de cuenta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Elegís otro tipo (por ejemplo, de retail a wholesale, o promover a staff) y guardás.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4023360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05072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Activar o desactivar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Una cuenta desactivada no puede ingresar. Útil sin borrar el historial.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937760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19472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Eliminar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Borra la cuenta. Pide confirmación porque es una acción definitiva.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Edición de rol y estado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066543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CONTRASEÑAS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Restablecer la contraseña de alguien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Si un usuario no puede entrar, generás y le enviás un enlace de restablecimiento.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517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334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Generá el enlace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Desde la ficha del usuario, la plataforma crea un enlace seguro de restablecimiento.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6118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5935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Se envía por correo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El usuario recibe «Restablecé tu contraseña · Renew Subastas» con el enlace.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5720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5537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También lo ves vos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El enlace queda visible para que puedas pasarlo por otro medio si hiciera falta.</a:t>
            </a:r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Configuración de la empresa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Los parámetros del negocio, sin tocar código.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CONFIG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Las secciones de configuración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336294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SECCIÓN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4191" y="2194560"/>
            <a:ext cx="7146255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QUÉ CONTROLA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06624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Moneda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191" y="2706624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Moneda principal (USD/PYG), tipo de cambio, mostrar valor secundario.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2726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273552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Pujas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4191" y="3273552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Incremento fijo por oferta y segundos de anti-sniping.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38395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840480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Financiación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4191" y="3840480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Activar/desactivar, cuotas permitidas, tasa anual, anticipo, monto mínimo.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40650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407408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Correos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4191" y="4407408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Dominio del equipo, dirección y nombre del remitente.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97343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974336"/>
            <a:ext cx="336294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Pagos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4191" y="4974336"/>
            <a:ext cx="7146255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Cuenta bancaria, % de seña, plazo en horas, instrucciones y contacto.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554036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5669280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1E40AF"/>
                </a:solidFill>
                <a:latin typeface="Calibri"/>
              </a:rPr>
              <a:t>Cada cambio queda auditado con el valor anterior y el nuevo.</a:t>
            </a:r>
          </a:p>
        </p:txBody>
      </p:sp>
      <p:pic>
        <p:nvPicPr>
          <p:cNvPr id="24" name="Picture 2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DATOS DE 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La cuenta donde paga el ganador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14016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Lo que cargues acá es lo que verá el comprador en su página de ganador.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08960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Banco y cuenta:  </a:t>
            </a:r>
            <a:r>
              <a:rPr sz="1300" b="0">
                <a:solidFill>
                  <a:srgbClr val="52525B"/>
                </a:solidFill>
                <a:latin typeface="Calibri"/>
              </a:rPr>
              <a:t>titular, banco, número, tipo de cuenta y RUC.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22192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Seña:  </a:t>
            </a:r>
            <a:r>
              <a:rPr sz="1300" b="0">
                <a:solidFill>
                  <a:srgbClr val="52525B"/>
                </a:solidFill>
                <a:latin typeface="Calibri"/>
              </a:rPr>
              <a:t>porcentaje del valor (por defecto 10%) y plazo en horas para pagar.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535424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Instrucciones:  </a:t>
            </a:r>
            <a:r>
              <a:rPr sz="1300" b="0">
                <a:solidFill>
                  <a:srgbClr val="52525B"/>
                </a:solidFill>
                <a:latin typeface="Calibri"/>
              </a:rPr>
              <a:t>texto que guía al comprador, en español e inglés.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48656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Contacto:  </a:t>
            </a:r>
            <a:r>
              <a:rPr sz="1300" b="0">
                <a:solidFill>
                  <a:srgbClr val="52525B"/>
                </a:solidFill>
                <a:latin typeface="Calibri"/>
              </a:rPr>
              <a:t>email y teléfono para dudas de pago.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Configuración · sección Pagos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Operación y pagos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El admin también hace lo de staff y finanzas.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ALCANCE TOTAL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Vehículos, subastas y pagos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No tenés límites operativos: cubrís cualquier tarea de los otros 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Vehículos y subastas: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cargás, editás, cancelás y eliminás igual que el staff (ver manual de Staff).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Confirmar pagos: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confirmás o liberás señas igual que finanzas (ver manual de Finanzas).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Ventas: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ves el registro de ventas en /sales en tiempo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AUDITORÍA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Todo queda registrado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registro de auditoría es tu respaldo: muestra quién hizo qué y cuándo.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Acciones sensibles: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creación y borrado de usuarios, cambios de rol, confirmación de pagos, borrado de subastas.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Antes y después:  </a:t>
            </a:r>
            <a:r>
              <a:rPr sz="1450" b="0">
                <a:solidFill>
                  <a:srgbClr val="52525B"/>
                </a:solidFill>
                <a:latin typeface="Calibri"/>
              </a:rPr>
              <a:t>guarda el estado previo y el nuevo para cada cambio de configuración.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Trazabilidad:  </a:t>
            </a:r>
            <a:r>
              <a:rPr sz="1450" b="0">
                <a:solidFill>
                  <a:srgbClr val="52525B"/>
                </a:solidFill>
                <a:latin typeface="Calibri"/>
              </a:rPr>
              <a:t>siempre podés reconstruir qué pasó con una cuenta o una subasta.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79806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Recomendaciones de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Mínimos admins: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cuantos menos administradores, más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Desactivar, no borrar: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si alguien deja el equipo, desactivá la cuenta para conservar el historial.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Email del dominio:  </a:t>
            </a:r>
            <a:r>
              <a:rPr sz="1450" b="0">
                <a:solidFill>
                  <a:srgbClr val="52525B"/>
                </a:solidFill>
                <a:latin typeface="Calibri"/>
              </a:rPr>
              <a:t>exigí siempre el dominio de la empresa para staff, finanzas y admin.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Revisá la auditoría:  </a:t>
            </a:r>
            <a:r>
              <a:rPr sz="1450" b="0">
                <a:solidFill>
                  <a:srgbClr val="52525B"/>
                </a:solidFill>
                <a:latin typeface="Calibri"/>
              </a:rPr>
              <a:t>ante cualquier duda, el registro tiene la respuesta.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Admin · 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Tenés el control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Usá tu acceso con criterio: cada acción deja huella.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Paraguay 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
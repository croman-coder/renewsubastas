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ROL STAFF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Staff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Sos quien arma el catálogo: cargás vehículos y creás las subastas. Esta es tu guía operativa.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Staff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Automotores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hacés como staff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Al iniciar sesión entrás a /staff. Tu trabajo alimenta toda la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Cargar vehículos: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 fotos, especificaciones y descripción.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Crear subastas: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definís precio, reserva, incremento y horario.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Gestionar: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editás, cancelás o eliminás subastas según haga falta.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3525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Seguir en vivo: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ves el detalle de cada subasta actualizándose en tiempo real.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9185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Cargar un vehículo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El primer paso para poder subastar.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NUEVO VEHÍCULO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Vehículos, botón «Nuevo». Completá las secciones del formulario.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33472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15184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Audiencia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Retail (público general) o Wholesale (solo mayoristas). Define quién verá este vehículo.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313785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95497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Identificación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Marca, modelo y año (obligatorios). Chapa y VIN opcionales.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99409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975810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Especificaciones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Kilometraje, color, condición (nuevo/usado/dañado), transmisión y combustible.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674411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656123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Descripción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Texto en español (obligatorio); inglés opcional.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5354724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36436"/>
            <a:ext cx="4498848" cy="6803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Fotos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Hasta 20 imágenes. Arrastrá para ordenarlas; la primera es la portada.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Formulario de carga de vehículo</a:t>
            </a:r>
          </a:p>
        </p:txBody>
      </p:sp>
      <p:pic>
        <p:nvPicPr>
          <p:cNvPr id="17" name="Picture 16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ESTADOS DEL VEHÍCULO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El ciclo de un vehículo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Borrador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Recién creado, todavía no publicado.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7943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5415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Listo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Publicado al catálogo, disponible para subastar.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2110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9582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En subasta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Vinculado a una subasta activa.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277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3749" y="2286000"/>
            <a:ext cx="2366695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Vendido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La subasta cerró con venta.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178808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1E40AF"/>
                </a:solidFill>
                <a:latin typeface="Calibri"/>
              </a:rPr>
              <a:t>Si una subasta se cancela o no se vende, el vehículo vuelve a «Listo» y se puede re-subastar.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94436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EDITAR / ELIMINAR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Modificar o quitar un vehículo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Editar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Actualizás datos o fotos desde la ficha del vehículo.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Eliminar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Borra el vehículo y todas sus imágenes. Queda registrado en la auditoría.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Crear una subasta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Poné un vehículo listo a la venta con horario.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NUEVA SUBASTA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Configurar la subasta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Subastas, botón «Nueva». Elegís un vehículo en estado «Listo».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33472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15184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Precio inicial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 punto de partida de las ofertas.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483864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65576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Precio de reserva (opcional)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 mínimo para vender. Debe ser igual o mayor al inicial. Si no se alcanza, no hay venta.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33425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315968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Incremento mínimo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Cuánto debe subir cada oferta respecto de la actual.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518464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166360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Inicio y fin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Fecha y hora de apertura y cierre. El fin debe ser al menos 1 minuto después del inicio.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Formulario de creación de subasta</a:t>
            </a:r>
          </a:p>
        </p:txBody>
      </p:sp>
      <p:pic>
        <p:nvPicPr>
          <p:cNvPr id="15" name="Picture 14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CÓMO SE VE EL INICIO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Programada o en vivo al instante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estado inicial depende del horario que elijas.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SI EL INICIO ES FUTURO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Programada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SI EL INICIO YA PASÓ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En vivo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25196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AFAFA"/>
                </a:solidFill>
                <a:latin typeface="Calibri"/>
              </a:rPr>
              <a:t>Un proceso automático revisa cada minuto y pasa las subastas de programada a en vivo, y de en vivo a finalizada.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GESTIONAR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Editar, cancelar, eliminar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CUÁNDO SE PERMITE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EFECTO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Editar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Programada o en vivo.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Ajustás precio de reserva u otros datos.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Cancelar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364992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Programada o en vivo.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Detiene la subasta; el vehículo vuelve a «Listo».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Eliminar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4023360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Programada, cancelada o finalizada sin venta.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Borra la subasta. Queda en auditoría.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809744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91B1B"/>
                </a:solidFill>
                <a:latin typeface="Calibri"/>
              </a:rPr>
              <a:t>Protecciones  </a:t>
            </a:r>
            <a:r>
              <a:rPr sz="1250" b="0">
                <a:solidFill>
                  <a:srgbClr val="991B1B"/>
                </a:solidFill>
                <a:latin typeface="Calibri"/>
              </a:rPr>
              <a:t>No se puede eliminar una subasta vendida, ni una en vivo que ya tenga ofertas. Cancelala primero.</a:t>
            </a:r>
          </a:p>
        </p:txBody>
      </p:sp>
      <p:pic>
        <p:nvPicPr>
          <p:cNvPr id="22" name="Picture 2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Seguir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Monitoreo de la subasta en tiempo real.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309067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DETALLE DE SUBASTA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Lo que ves mientras corre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La pantalla de detalle se actualiza sola, sin recargar.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33472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Oferta actual:  </a:t>
            </a:r>
            <a:r>
              <a:rPr sz="1300" b="0">
                <a:solidFill>
                  <a:srgbClr val="52525B"/>
                </a:solidFill>
                <a:latin typeface="Calibri"/>
              </a:rPr>
              <a:t>el monto líder y la cantidad de pujas.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346704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Tiempo:  </a:t>
            </a:r>
            <a:r>
              <a:rPr sz="1300" b="0">
                <a:solidFill>
                  <a:srgbClr val="52525B"/>
                </a:solidFill>
                <a:latin typeface="Calibri"/>
              </a:rPr>
              <a:t>cuándo cierra; el anti-sniping puede extenderlo si hay pujas de último momento.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059936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Estado y resultado:  </a:t>
            </a:r>
            <a:r>
              <a:rPr sz="1300" b="0">
                <a:solidFill>
                  <a:srgbClr val="52525B"/>
                </a:solidFill>
                <a:latin typeface="Calibri"/>
              </a:rPr>
              <a:t>programada, en vivo, finalizada; y el resultado al cerrar.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773168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Ganador:  </a:t>
            </a:r>
            <a:r>
              <a:rPr sz="1300" b="0">
                <a:solidFill>
                  <a:srgbClr val="52525B"/>
                </a:solidFill>
                <a:latin typeface="Calibri"/>
              </a:rPr>
              <a:t>al venderse, ves nombre y correo del ganador.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Detalle de subasta en vivo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LÍMITES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Lo que el staff no puede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crea admins:  </a:t>
            </a:r>
            <a:r>
              <a:rPr sz="1450" b="0">
                <a:solidFill>
                  <a:srgbClr val="52525B"/>
                </a:solidFill>
                <a:latin typeface="Calibri"/>
              </a:rPr>
              <a:t>podés crear compradores y staff, pero no cuentas admin.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confirma pagos: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la confirmación de señas es de finanzas y admin.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puja: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equipo no puede ofertar, para no influir en los precios.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Staff ·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Listo para operar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Cargá bien las fotos y los datos: es lo que enamora al comprador.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Automotores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
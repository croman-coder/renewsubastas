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Cómo funciona Renew Subastas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La plataforma de subastas de vehículos de Santa Rosa Paraguay SA, explicada de principio a fin.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General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Paraguay SA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Lo que vas a 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01   </a:t>
            </a:r>
            <a:r>
              <a:rPr sz="1500" b="0">
                <a:solidFill>
                  <a:srgbClr val="52525B"/>
                </a:solidFill>
                <a:latin typeface="Calibri"/>
              </a:rPr>
              <a:t>Qué es la plataforma y para qué sirve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6203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62128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02   </a:t>
            </a:r>
            <a:r>
              <a:rPr sz="1500" b="0">
                <a:solidFill>
                  <a:srgbClr val="52525B"/>
                </a:solidFill>
                <a:latin typeface="Calibri"/>
              </a:rPr>
              <a:t>Los cuatro tipos de usuario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04710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4800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03   </a:t>
            </a:r>
            <a:r>
              <a:rPr sz="1500" b="0">
                <a:solidFill>
                  <a:srgbClr val="52525B"/>
                </a:solidFill>
                <a:latin typeface="Calibri"/>
              </a:rPr>
              <a:t>Retail y wholesale: dos públicos separados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47382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47472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04   </a:t>
            </a:r>
            <a:r>
              <a:rPr sz="1500" b="0">
                <a:solidFill>
                  <a:srgbClr val="52525B"/>
                </a:solidFill>
                <a:latin typeface="Calibri"/>
              </a:rPr>
              <a:t>El flujo completo, de un vehículo a una venta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90054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90144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05   </a:t>
            </a:r>
            <a:r>
              <a:rPr sz="1500" b="0">
                <a:solidFill>
                  <a:srgbClr val="52525B"/>
                </a:solidFill>
                <a:latin typeface="Calibri"/>
              </a:rPr>
              <a:t>El ciclo de vida de una subasta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43272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432816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06   </a:t>
            </a:r>
            <a:r>
              <a:rPr sz="1500" b="0">
                <a:solidFill>
                  <a:srgbClr val="52525B"/>
                </a:solidFill>
                <a:latin typeface="Calibri"/>
              </a:rPr>
              <a:t>Las pujas, ganar y perder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7539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75488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07   </a:t>
            </a:r>
            <a:r>
              <a:rPr sz="1500" b="0">
                <a:solidFill>
                  <a:srgbClr val="52525B"/>
                </a:solidFill>
                <a:latin typeface="Calibri"/>
              </a:rPr>
              <a:t>El pago de la seña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518070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18160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08   </a:t>
            </a:r>
            <a:r>
              <a:rPr sz="1500" b="0">
                <a:solidFill>
                  <a:srgbClr val="52525B"/>
                </a:solidFill>
                <a:latin typeface="Calibri"/>
              </a:rPr>
              <a:t>Notificaciones por correo y push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560742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608320"/>
            <a:ext cx="10509199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A1A1AA"/>
                </a:solidFill>
                <a:latin typeface="Calibri"/>
              </a:rPr>
              <a:t>09   </a:t>
            </a:r>
            <a:r>
              <a:rPr sz="1500" b="0">
                <a:solidFill>
                  <a:srgbClr val="52525B"/>
                </a:solidFill>
                <a:latin typeface="Calibri"/>
              </a:rPr>
              <a:t>Configuración de la empresa y seguridad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03414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QUÉ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Una casa de subastas, en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Renew Subastas digitaliza el remate de vehículos de Santa Rosa Paraguay SA. El equipo carga autos y programa subastas con horario; los compradores registrados ofertan en vivo desde la web.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4436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Para el equipo: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cargar vehículos, crear subastas, seguir las ventas y confirmar pagos, todo desde un panel.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51039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51129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Para el comprador:  </a:t>
            </a:r>
            <a:r>
              <a:rPr sz="1450" b="0">
                <a:solidFill>
                  <a:srgbClr val="52525B"/>
                </a:solidFill>
                <a:latin typeface="Calibri"/>
              </a:rPr>
              <a:t>ver el catálogo de su segmento, pujar, y pagar la seña si gana.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07732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07822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Web hoy, app mañana:  </a:t>
            </a:r>
            <a:r>
              <a:rPr sz="1450" b="0">
                <a:solidFill>
                  <a:srgbClr val="52525B"/>
                </a:solidFill>
                <a:latin typeface="Calibri"/>
              </a:rPr>
              <a:t>toda la lógica vive en el servidor, así la futura app móvil reusa exactamente las mismas reglas.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6442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Los cuatro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Cada persona ve y puede hacer únicamente lo que su rol permite.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Quién hace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PARA QUÉ SIRVE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DÓNDE ENTRA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Admin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Control total: usuarios, configuración, subastas, pagos, auditoría.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/admin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36409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Staff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364992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Carga vehículos y crea/gestiona subastas. No crea admins ni confirma pagos.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/staff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0224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Finanzas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4023360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Solo pagos: ve ventas, confirma o libera señas, ve datos del ganador.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/sales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68082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681728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Comprador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3271" y="4681728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El que puja. Ve solo el catálogo de su segmento (retail o wholesale).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8422" y="4681728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/retail o /wholesale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533919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" y="5468112"/>
            <a:ext cx="10509199" cy="1316736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1E40AF"/>
                </a:solidFill>
                <a:latin typeface="Calibri"/>
              </a:rPr>
              <a:t>Regla clave  </a:t>
            </a:r>
            <a:r>
              <a:rPr sz="1250" b="0">
                <a:solidFill>
                  <a:srgbClr val="1E40AF"/>
                </a:solidFill>
                <a:latin typeface="Calibri"/>
              </a:rPr>
              <a:t>El rol se guarda en el token de sesión (claims). Nadie puede cambiarse el rol a sí mismo: solo un admin lo asigna.</a:t>
            </a:r>
          </a:p>
        </p:txBody>
      </p:sp>
      <p:pic>
        <p:nvPicPr>
          <p:cNvPr id="26" name="Picture 25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AUDIENCIAS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Retail y wholesale nunca se mezclan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Cada vehículo y cada subasta pertenece a un segmento. Un comprador solo ve y puja en el suyo.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Retail:  </a:t>
            </a:r>
            <a:r>
              <a:rPr sz="1450" b="0">
                <a:solidFill>
                  <a:srgbClr val="52525B"/>
                </a:solidFill>
                <a:latin typeface="Calibri"/>
              </a:rPr>
              <a:t>público general. Ve el catálogo minorista.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Wholesale:  </a:t>
            </a:r>
            <a:r>
              <a:rPr sz="1450" b="0">
                <a:solidFill>
                  <a:srgbClr val="52525B"/>
                </a:solidFill>
                <a:latin typeface="Calibri"/>
              </a:rPr>
              <a:t>mayoristas. Ve únicamente subastas mayoristas.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Aislamiento:  </a:t>
            </a:r>
            <a:r>
              <a:rPr sz="1450" b="0">
                <a:solidFill>
                  <a:srgbClr val="52525B"/>
                </a:solidFill>
                <a:latin typeface="Calibri"/>
              </a:rPr>
              <a:t>las reglas del servidor impiden que un comprador retail vea o puje en wholesale, y viceversa.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El flujo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De un vehículo en el depósito a una venta confirmada.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PUNTA A PUNTA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El recorrido de una venta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Vehículo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Staff lo carga con fotos y datos. Queda listo.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5110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2582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Subasta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Staff la programa: precio, reserva, horario.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36444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83916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Pujas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Compradores ofertan en vivo mientras está abierta.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7778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55250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Cierre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Al llegar la hora, el sistema decide el resultado.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9112" y="22860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6584" y="2286000"/>
            <a:ext cx="1823862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Pago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El ganador paga la seña; finanzas la confirma.</a:t>
            </a:r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Ciclo de vida de una subasta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Estados y resultados que puede tener.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Cómo avanza,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Un proceso automático revisa las subastas cada minuto y las hace avanzar sin intervención.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743200"/>
            <a:ext cx="327141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Programada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Creada, esperando su hora de inicio.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2666" y="27432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0138" y="2743200"/>
            <a:ext cx="327141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En vivo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Llegó la hora: acepta pujas.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1556" y="2743200"/>
            <a:ext cx="347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9028" y="2743200"/>
            <a:ext cx="3271418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82880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A0A0A"/>
                </a:solidFill>
                <a:latin typeface="Calibri"/>
              </a:rPr>
              <a:t>Finalizada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71717A"/>
                </a:solidFill>
                <a:latin typeface="Calibri"/>
              </a:rPr>
              <a:t>Pasó la hora de cierre: se calcula el resultado.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Tres finales posibles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RESULTADO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CUÁNDO OCURRE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QUÉ PASA CON EL VEHÍCULO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Vendida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Hubo pujas y se superó la reserva (si había).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Pasa a vendido; arranca el pago.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36409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Reserva no alcanzada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364992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Hubo pujas pero no llegaron al precio de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364992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Vuelve al catálogo, re-subastable.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0224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Sin ofertas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4023360"/>
            <a:ext cx="5885151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Nadie pujó.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4023360"/>
            <a:ext cx="231202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Vuelve al catálogo, re-subastable.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68082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809744"/>
            <a:ext cx="10509199" cy="1316736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92400E"/>
                </a:solidFill>
                <a:latin typeface="Calibri"/>
              </a:rPr>
              <a:t>Seña no pagada a tiempo  </a:t>
            </a:r>
            <a:r>
              <a:rPr sz="1250" b="0">
                <a:solidFill>
                  <a:srgbClr val="92400E"/>
                </a:solidFill>
                <a:latin typeface="Calibri"/>
              </a:rPr>
              <a:t>Si el ganador no paga antes del plazo, la subasta se marca como vencida (forfeited) y el vehículo vuelve a estar disponible.</a:t>
            </a:r>
          </a:p>
        </p:txBody>
      </p:sp>
      <p:pic>
        <p:nvPicPr>
          <p:cNvPr id="22" name="Picture 2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Las pujas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Cómo se oferta y cómo se protege la subasta.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PUJAR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Cómo funciona una oferta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Oferta mínima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La primera puja parte del precio inicial. Luego, cada oferta debe superar la actual por el incremento mínimo.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Botones rápidos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El comprador puede ofertar el mínimo, mínimo + un incremento, o mínimo + dos, con un toque.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1148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965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Anti-sniping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Si alguien puja en los últimos 60 segundos, el cierre se extiende para dar tiempo a responder.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507492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05663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Te superaron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Cuando otra persona supera tu oferta, recibís un correo para volver a pujar.</a:t>
            </a:r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Ganar, perder y pagar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Qué sucede al cerrarse la subasta.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SI GANÁS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Asegurás el vehículo con una seña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Al cerrar una subasta vendida, el mejor postor es el ganador y se le pide un depósito para reservar la unidad.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944368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SEÑA TÍPICA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10% del valor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944368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PLAZO PARA PAGAR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Cuenta regresiva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544568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166534"/>
                </a:solidFill>
                <a:latin typeface="Calibri"/>
              </a:rPr>
              <a:t>Página de ganador  </a:t>
            </a:r>
            <a:r>
              <a:rPr sz="1250" b="0">
                <a:solidFill>
                  <a:srgbClr val="166534"/>
                </a:solidFill>
                <a:latin typeface="Calibri"/>
              </a:rPr>
              <a:t>El ganador ve los datos bancarios, el monto, el plazo y un botón para subir el comprobante.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EL PAGO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De la transferencia a la confirmación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El ganador transfiere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A la cuenta bancaria que muestra la plataforma (configurada por la empresa).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Sube el comprobante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Adjunta el recibo desde la página de ganador. Se guarda de forma segura.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1148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965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Finanzas recibe aviso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Llega un correo con todos los datos del vehículo, el comprador y el comprobante adjunto.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507492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05663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Finanzas confirma o libera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Marca el pago como confirmado, o lo libera si no corresponde (el vehículo vuelve al catálogo).</a:t>
            </a:r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Notificaciones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La plataforma avisa en cada momento clave.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CORREOS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Correos automáticos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CUÁNDO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3271" y="2194560"/>
            <a:ext cx="5885151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A QUIÉN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8422" y="2194560"/>
            <a:ext cx="231202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ASUNTO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706624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Se crea la cuenta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3271" y="2706624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Nuevo usuario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8422" y="2706624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¡Bienvenido a Renew Subastas! Creá tu contraseña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2726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73552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Restablecer contraseña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3271" y="3273552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Usuario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8422" y="3273552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Restablecé tu contraseña · Renew Subastas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38395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Te superaron en una puja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3271" y="3840480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Postor anterior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8422" y="3840480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Te superaron · {vehículo}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40650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407408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Ganaste una subasta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3271" y="4407408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Ganador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8422" y="4407408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¡Ganaste la subasta! {vehículo}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497343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974336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Llega un comprobante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3271" y="4974336"/>
            <a:ext cx="5885151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Administración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8422" y="4974336"/>
            <a:ext cx="2312023" cy="56692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Comprobante RNW-XXXXXX · {vehículo} · {comprador}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554036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1248" y="5669280"/>
            <a:ext cx="10509199" cy="694944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1E40AF"/>
                </a:solidFill>
                <a:latin typeface="Calibri"/>
              </a:rPr>
              <a:t>Los correos salen desde subastas@santarosaparaguay.com.py, con el diseño de marca de Renew.</a:t>
            </a:r>
          </a:p>
        </p:txBody>
      </p:sp>
      <p:pic>
        <p:nvPicPr>
          <p:cNvPr id="30" name="Picture 29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04241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PUSH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Avisos en el navegador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Además del correo, hay notificaciones push para no perderse oportunidades.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Nueva subasta: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cuando una subasta de su segmento sale en vivo, los compradores reciben un aviso: «Nueva subasta · {vehículo}».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Preferencias: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cada usuario elige qué avisos quiere recibir (te superaron, ganaste, nuevas subastas).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Configuración y 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Lo que sostiene a la plataforma por detrás.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79806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DATOS DE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Todo configurable, sin tocar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Desde el panel de admin se ajustan los parámetros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Moneda:  </a:t>
            </a:r>
            <a:r>
              <a:rPr sz="1450" b="0">
                <a:solidFill>
                  <a:srgbClr val="52525B"/>
                </a:solidFill>
                <a:latin typeface="Calibri"/>
              </a:rPr>
              <a:t>USD o guaraníes, con tipo de cambio y vista secundaria.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Pujas: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incremento fijo y segundos de anti-sniping.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Financiación: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cuotas, tasa, anticipo y montos mínimos.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3525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Pagos: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cuenta bancaria, porcentaje de seña, plazo e instrucciones.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9185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SEGURIDAD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Confianza por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Permisos por rol: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servidor verifica el rol en cada acción; nadie hace lo que no le toca.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Segmentos aislados: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retail y wholesale separados por reglas, no por la interfaz.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Anti-manipulación: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equipo no puede pujar; los límites de frecuencia frenan abusos.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8953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Auditoría:  </a:t>
            </a:r>
            <a:r>
              <a:rPr sz="1450" b="0">
                <a:solidFill>
                  <a:srgbClr val="52525B"/>
                </a:solidFill>
                <a:latin typeface="Calibri"/>
              </a:rPr>
              <a:t>cada acción sensible queda registrada con quién, qué y cuándo.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4613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General · 14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Esa es la plataforma, completa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Cada rol tiene su propio manual paso a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Paraguay SA · Paraguay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
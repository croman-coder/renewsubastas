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ROL FINANZAS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Finanzas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Tu foco es el dinero: confirmás los pagos de las señas y seguís las ventas. Esta es tu guía.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Finanzas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Paraguay SA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hacés como finanzas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Al iniciar sesión entrás directo a /sales, el registro de ventas. Tu rol es de solo lectura, salvo confirmar pagos.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4436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Ver ventas: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todas las subastas vendidas, con su ganador y estado de pago.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51039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51129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Recibir comprobantes:  </a:t>
            </a:r>
            <a:r>
              <a:rPr sz="1450" b="0">
                <a:solidFill>
                  <a:srgbClr val="52525B"/>
                </a:solidFill>
                <a:latin typeface="Calibri"/>
              </a:rPr>
              <a:t>te llega un correo cuando el ganador sube su recibo.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07732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07822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Confirmar o liberar: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marcás el pago como confirmado, o liberás la seña si no corresponde.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6442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645152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Datos del ganador: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ves nombre, contacto y comprobante para verificar.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2111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El registro de ventas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Tu pantalla principal, en tiempo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/SALES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Subastas vendidas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La tabla muestra cada vehículo adjudicado y se actualiza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33472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Vehículo y ganador:  </a:t>
            </a:r>
            <a:r>
              <a:rPr sz="1300" b="0">
                <a:solidFill>
                  <a:srgbClr val="52525B"/>
                </a:solidFill>
                <a:latin typeface="Calibri"/>
              </a:rPr>
              <a:t>qué se vendió y a quién.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346704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Monto final:  </a:t>
            </a:r>
            <a:r>
              <a:rPr sz="1300" b="0">
                <a:solidFill>
                  <a:srgbClr val="52525B"/>
                </a:solidFill>
                <a:latin typeface="Calibri"/>
              </a:rPr>
              <a:t>el precio de cierre de la subasta.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059936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Seña:  </a:t>
            </a:r>
            <a:r>
              <a:rPr sz="1300" b="0">
                <a:solidFill>
                  <a:srgbClr val="52525B"/>
                </a:solidFill>
                <a:latin typeface="Calibri"/>
              </a:rPr>
              <a:t>el monto del depósito que debe pagar el ganador.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773168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Estado de pago:  </a:t>
            </a:r>
            <a:r>
              <a:rPr sz="1300" b="0">
                <a:solidFill>
                  <a:srgbClr val="52525B"/>
                </a:solidFill>
                <a:latin typeface="Calibri"/>
              </a:rPr>
              <a:t>pendiente, confirmado o vencido.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Registro de ventas en tiempo real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ESTADOS DE PAGO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significa cada 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336294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ESTADO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4191" y="2194560"/>
            <a:ext cx="7146255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SIGNIFICA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06624"/>
            <a:ext cx="336294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Pendiente de 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4191" y="2706624"/>
            <a:ext cx="7146255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La subasta se vendió; el ganador aún debe pagar la seña.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364992"/>
            <a:ext cx="336294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Pagado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4191" y="3364992"/>
            <a:ext cx="7146255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Vos (o un admin) confirmaste el pago. La unidad queda asegurada.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36294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Vencido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4191" y="4023360"/>
            <a:ext cx="7146255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Pasó el plazo sin pago. El vehículo vuelve al catálogo automáticamente.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Recibir y confirmar el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Del comprobante a la confirmación.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EL FLUJO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Cómo procesás un pago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19385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Llega el comprobante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Recibís un correo: «Comprobante RNW-XXXXXX · {vehículo} · {comprador}», con el recibo adjunto.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28529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Verificá los datos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 correo trae datos del vehículo, del comprador (nombre, email, teléfono, documento) y los montos esperados.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37673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7490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Confirmá en /sales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Si la transferencia es correcta, marcás el pago como confirmado. Podés dejar una nota.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46817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6634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O liberá la seña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Si no corresponde, liberás (forfeited): el vehículo vuelve al catálogo para re-subastarse.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Confirmar o liberar la seña</a:t>
            </a:r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QUÉ VERIFICÁS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Monto y plazo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correo y la pantalla te dan todo lo necesario para validar.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SEÑA ESPERADA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% del valor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VENCIMIENTO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Plazo configurado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25196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166534"/>
                </a:solidFill>
                <a:latin typeface="Calibri"/>
              </a:rPr>
              <a:t>Al confirmar  </a:t>
            </a:r>
            <a:r>
              <a:rPr sz="1250" b="0">
                <a:solidFill>
                  <a:srgbClr val="166534"/>
                </a:solidFill>
                <a:latin typeface="Calibri"/>
              </a:rPr>
              <a:t>El estado pasa a «Pagado» y el equipo sabe que la unidad está asegurada para ese comprador.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94436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DATOS DEL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Información para gestionar el cobro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Para confirmar, accedés a los datos de contacto del ganador.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Contacto:  </a:t>
            </a:r>
            <a:r>
              <a:rPr sz="1450" b="0">
                <a:solidFill>
                  <a:srgbClr val="52525B"/>
                </a:solidFill>
                <a:latin typeface="Calibri"/>
              </a:rPr>
              <a:t>nombre, email y teléfono para coordinar si hace falta.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Documento:  </a:t>
            </a:r>
            <a:r>
              <a:rPr sz="1450" b="0">
                <a:solidFill>
                  <a:srgbClr val="52525B"/>
                </a:solidFill>
                <a:latin typeface="Calibri"/>
              </a:rPr>
              <a:t>CI o RUC del comprador.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Comprobante: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archivo que subió, guardado de forma segura.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LÍMITES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Lo que finanzas no hace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Tu rol está acotado a pagos y ventas.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carga vehículos: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eso es de staff y admin.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crea ni edita subastas: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solo ve las ventas resultantes.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gestiona usuarios: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la administración de cuentas es del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Tu control mantiene el dinero en orden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Verificá siempre el comprobante antes de confirmar.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Paraguay 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
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1828800" cy="6519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166533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40">
                <a:solidFill>
                  <a:srgbClr val="A1A1AA"/>
                </a:solidFill>
                <a:latin typeface="Calibri"/>
              </a:rPr>
              <a:t>MANUAL · ROL FINANZAS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78013"/>
            <a:ext cx="105091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spc="-50">
                <a:solidFill>
                  <a:srgbClr val="FFFFFF"/>
                </a:solidFill>
                <a:latin typeface="Calibri"/>
              </a:rPr>
              <a:t>Finanzas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949613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D4D4D8"/>
                </a:solidFill>
                <a:latin typeface="Calibri"/>
              </a:rPr>
              <a:t>Tu foco es el dinero: confirmás los pagos de las señas y seguís las ventas. Esta es tu guía.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1792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spc="60">
                <a:solidFill>
                  <a:srgbClr val="71717A"/>
                </a:solidFill>
                <a:latin typeface="Calibri"/>
              </a:rPr>
              <a:t>Finanzas</a:t>
            </a:r>
            <a:r>
              <a:rPr sz="900" b="0">
                <a:solidFill>
                  <a:srgbClr val="52525B"/>
                </a:solidFill>
                <a:latin typeface="Calibri"/>
              </a:rPr>
              <a:t>    Santa Rosa Automotores · Paraguay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TU 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Qué hacés como finanzas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Al iniciar sesión entrás directo a /sales, el registro de ventas. Tu rol es de solo lectura, salvo confirmar pagos.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4436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Ver ventas:  </a:t>
            </a:r>
            <a:r>
              <a:rPr sz="1450" b="0">
                <a:solidFill>
                  <a:srgbClr val="52525B"/>
                </a:solidFill>
                <a:latin typeface="Calibri"/>
              </a:rPr>
              <a:t>todas las subastas vendidas, con su ganador y estado de pago.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51039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51129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Recibir comprobantes:  </a:t>
            </a:r>
            <a:r>
              <a:rPr sz="1450" b="0">
                <a:solidFill>
                  <a:srgbClr val="52525B"/>
                </a:solidFill>
                <a:latin typeface="Calibri"/>
              </a:rPr>
              <a:t>te llega un correo cuando el ganador sube su recibo.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07732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07822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Confirmar o liberar:  </a:t>
            </a:r>
            <a:r>
              <a:rPr sz="1450" b="0">
                <a:solidFill>
                  <a:srgbClr val="52525B"/>
                </a:solidFill>
                <a:latin typeface="Calibri"/>
              </a:rPr>
              <a:t>marcás el pago como confirmado, o liberás la seña si no corresponde.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64425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45152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Datos del ganador:  </a:t>
            </a:r>
            <a:r>
              <a:rPr sz="1450" b="0">
                <a:solidFill>
                  <a:srgbClr val="52525B"/>
                </a:solidFill>
                <a:latin typeface="Calibri"/>
              </a:rPr>
              <a:t>ves nombre, contacto y comprobante para verificar.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521118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Finanzas ·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El registro de 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Tu pantalla principal, en tiempo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/SALES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Subastas vendidas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La tabla muestra cada vehículo adjudicado y se actualiza sola.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Vehículo y ganador:  </a:t>
            </a:r>
            <a:r>
              <a:rPr sz="1450" b="0">
                <a:solidFill>
                  <a:srgbClr val="52525B"/>
                </a:solidFill>
                <a:latin typeface="Calibri"/>
              </a:rPr>
              <a:t>qué se vendió y a quién.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Monto final: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 precio de cierre de la subasta.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Seña: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 monto del depósito que debe pagar el ganador.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525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Estado de pago:  </a:t>
            </a:r>
            <a:r>
              <a:rPr sz="1450" b="0">
                <a:solidFill>
                  <a:srgbClr val="52525B"/>
                </a:solidFill>
                <a:latin typeface="Calibri"/>
              </a:rPr>
              <a:t>pendiente, confirmado o vencido.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185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Finanzas ·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ESTADOS DE PAGO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Qué significa cada estado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336294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ESTADO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4191" y="2194560"/>
            <a:ext cx="7146255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SIGNIFICA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51760"/>
            <a:ext cx="10509199" cy="1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06624"/>
            <a:ext cx="336294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Pendiente de pago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4191" y="2706624"/>
            <a:ext cx="7146255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La subasta se vendió; el ganador aún debe pagar la seña.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36409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364992"/>
            <a:ext cx="336294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Pagado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4191" y="3364992"/>
            <a:ext cx="7146255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Vos (o un admin) confirmaste el pago. La unidad queda asegurada.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02246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023360"/>
            <a:ext cx="3362943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Vencido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4191" y="4023360"/>
            <a:ext cx="7146255" cy="65836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Pasó el plazo sin pago. El vehículo vuelve al catálogo automáticamente.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68082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Finanzas ·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Recibir y confirmar el pago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Del comprobante a la confirmación.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EL FLUJO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Cómo procesás un pago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21945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7627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Llega el comprobante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Recibís un correo: «Comprobante RNW-XXXXXX · {vehículo} · {comprador}», con el recibo adjunto.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15468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3639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Verificá los datos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El correo trae datos del vehículo, del comprador (nombre, email, teléfono, documento) y los montos esperados.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11480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09651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Confirmá en /sales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Si la transferencia es correcta, marcás el pago como confirmado. Podés dejar una nota.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507492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05663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O liberá la seña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Si no corresponde, liberás (forfeited): el vehículo vuelve al catálogo para re-subastarse.</a:t>
            </a:r>
          </a:p>
        </p:txBody>
      </p:sp>
      <p:pic>
        <p:nvPicPr>
          <p:cNvPr id="13" name="Picture 12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Finanzas ·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35915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QUÉ VERIFICÁS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Monto y plazo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El correo y la pantalla te dan todo lo necesario para validar.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51760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A1A1AA"/>
                </a:solidFill>
                <a:latin typeface="Calibri"/>
              </a:rPr>
              <a:t>SEÑA ESPERADA</a:t>
            </a:r>
          </a:p>
          <a:p>
            <a:r>
              <a:rPr sz="2400" b="1" spc="-30">
                <a:solidFill>
                  <a:srgbClr val="FFFFFF"/>
                </a:solidFill>
                <a:latin typeface="Calibri"/>
              </a:rPr>
              <a:t>% del valor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2651760"/>
            <a:ext cx="5140299" cy="1371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/>
          <a:lstStyle/>
          <a:p>
            <a:pPr algn="ctr"/>
            <a:r>
              <a:rPr sz="1050" b="1" spc="100">
                <a:solidFill>
                  <a:srgbClr val="71717A"/>
                </a:solidFill>
                <a:latin typeface="Calibri"/>
              </a:rPr>
              <a:t>VENCIMIENTO</a:t>
            </a:r>
          </a:p>
          <a:p>
            <a:r>
              <a:rPr sz="2400" b="1" spc="-30">
                <a:solidFill>
                  <a:srgbClr val="0A0A0A"/>
                </a:solidFill>
                <a:latin typeface="Calibri"/>
              </a:rPr>
              <a:t>Plazo configurado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251960"/>
            <a:ext cx="10509199" cy="100584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166534"/>
                </a:solidFill>
                <a:latin typeface="Calibri"/>
              </a:rPr>
              <a:t>Al confirmar  </a:t>
            </a:r>
            <a:r>
              <a:rPr sz="1250" b="0">
                <a:solidFill>
                  <a:srgbClr val="166534"/>
                </a:solidFill>
                <a:latin typeface="Calibri"/>
              </a:rPr>
              <a:t>El estado pasa a «Pagado» y el equipo sabe que la unidad está asegurada para ese comprador.</a:t>
            </a:r>
          </a:p>
        </p:txBody>
      </p:sp>
      <p:pic>
        <p:nvPicPr>
          <p:cNvPr id="9" name="Picture 8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Finanzas ·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944368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DATOS DEL GANADOR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Información para gestionar el cobro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Para confirmar, accedés a los datos de contacto del ganador.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Contacto:  </a:t>
            </a:r>
            <a:r>
              <a:rPr sz="1450" b="0">
                <a:solidFill>
                  <a:srgbClr val="52525B"/>
                </a:solidFill>
                <a:latin typeface="Calibri"/>
              </a:rPr>
              <a:t>nombre, email y teléfono para coordinar si hace falta.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Documento:  </a:t>
            </a:r>
            <a:r>
              <a:rPr sz="1450" b="0">
                <a:solidFill>
                  <a:srgbClr val="52525B"/>
                </a:solidFill>
                <a:latin typeface="Calibri"/>
              </a:rPr>
              <a:t>CI o RUC del comprador.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Comprobante:  </a:t>
            </a:r>
            <a:r>
              <a:rPr sz="1450" b="0">
                <a:solidFill>
                  <a:srgbClr val="52525B"/>
                </a:solidFill>
                <a:latin typeface="Calibri"/>
              </a:rPr>
              <a:t>el archivo que subió, guardado de forma segura.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Finanzas ·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Lo que finanzas no hace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Tu rol está acotado a pagos y ventas.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No carga vehículos:  </a:t>
            </a:r>
            <a:r>
              <a:rPr sz="1450" b="0">
                <a:solidFill>
                  <a:srgbClr val="52525B"/>
                </a:solidFill>
                <a:latin typeface="Calibri"/>
              </a:rPr>
              <a:t>eso es de staff y admin.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No crea ni edita subastas:  </a:t>
            </a:r>
            <a:r>
              <a:rPr sz="1450" b="0">
                <a:solidFill>
                  <a:srgbClr val="52525B"/>
                </a:solidFill>
                <a:latin typeface="Calibri"/>
              </a:rPr>
              <a:t>solo ve las ventas resultantes.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No gestiona usuarios:  </a:t>
            </a:r>
            <a:r>
              <a:rPr sz="1450" b="0">
                <a:solidFill>
                  <a:srgbClr val="52525B"/>
                </a:solidFill>
                <a:latin typeface="Calibri"/>
              </a:rPr>
              <a:t>la administración de cuentas es del admin.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Finanzas ·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86000"/>
            <a:ext cx="1554480" cy="554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297343"/>
            <a:ext cx="10509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spc="-40">
                <a:solidFill>
                  <a:srgbClr val="FFFFFF"/>
                </a:solidFill>
                <a:latin typeface="Calibri"/>
              </a:rPr>
              <a:t>Tu control mantiene el dinero en orden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11743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Verificá siempre el comprobante antes de confirmar.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95791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Renew Subastas · Santa Rosa Automotores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
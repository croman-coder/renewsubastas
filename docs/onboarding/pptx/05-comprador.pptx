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COMPRADOR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Comprador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Cómo participar en las subastas de Renew, pujar y, si ganás, asegurar tu vehículo.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Comprador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Automotores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BIENVENIDA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Tu camino en pocas palabras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Entrás: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 la cuenta que te crea el equipo de Renew.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Explorás: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catálogo de tu segmento (retail o wholesale).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Pujás: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en las subastas en vivo.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Ganás y pagás: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una seña para asegurar el vehículo.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Tu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Cómo entrar la primera vez.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PRIMER INGRESO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De la bienvenida a tu contraseña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Recibís el correo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«¡Bienvenido a Renew Subastas! Creá tu contraseña», con un enlace seguro.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Creá tu contraseña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Tocás el enlace y definís tu clave personal.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Iniciás sesión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Con tu email y tu nueva contraseña entrás a la plataforma.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066543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SEGMENTO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Retail o wholesale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Tu cuenta pertenece a un segmento y solo ves ese catálogo.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RETAIL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Público general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WHOLESALE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Mayorista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251960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AFAFA"/>
                </a:solidFill>
                <a:latin typeface="Calibri"/>
              </a:rPr>
              <a:t>No te preocupes por elegir: ves automáticamente las subastas que te corresponden.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Explorar y pujar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El corazón de la experiencia.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EXPLORAR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Ver un vehículo y su subasta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Abrí el catálogo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Recorrés los vehículos disponibles de tu segmento.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Entrá al detalle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Ves fotos, especificaciones y la descripción del vehículo.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Mirá la subasta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Precio actual, oferta mínima, incremento y cuánto tiempo queda.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Cómo hacer una oferta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Cuando la subasta está en vivo, podés ofertar en segundos.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517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33472"/>
            <a:ext cx="9795967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Mirá el mínimo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La oferta debe alcanzar el mínimo: precio actual más el incremento (o el precio inicial si nadie pujó).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4975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79292"/>
            <a:ext cx="9795967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Usá los botones rápidos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Ofertá el mínimo, mínimo + un incremento o mínimo + dos, con un toque.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3434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325112"/>
            <a:ext cx="9795967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O ingresá un monto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Si está habilitado, escribís el monto que quieras (dentro de los límites).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518922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70932"/>
            <a:ext cx="9795967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Confirmá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Si sos el mejor postor, ves «Sos el mejor postor por ahora».</a:t>
            </a:r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21284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TE SUPERARON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Cuando alguien ofrece más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No te quedás sin enterarte.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Te llega un correo:  </a:t>
            </a:r>
            <a:r>
              <a:rPr sz="1450" b="0">
                <a:solidFill>
                  <a:srgbClr val="52525B"/>
                </a:solidFill>
                <a:latin typeface="Calibri"/>
              </a:rPr>
              <a:t>«Te superaron · {vehículo}», con tu oferta y la nueva oferta líder.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Volvé a pujar: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Tocás el enlace y subís tu oferta si aún querés el vehículo.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Push opcional:  </a:t>
            </a:r>
            <a:r>
              <a:rPr sz="1450" b="0">
                <a:solidFill>
                  <a:srgbClr val="52525B"/>
                </a:solidFill>
                <a:latin typeface="Calibri"/>
              </a:rPr>
              <a:t>También podés recibir avisos en el navegador si los activás.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Ganar y pagar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Asegurá tu vehículo con la seña.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¡GANASTE!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pasa cuando ganás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Recibís el correo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«¡Ganaste la subasta! {vehículo}», con el monto, la seña y los datos para pagar.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Abrí tu página de ganador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Ves el vehículo, el precio final, la seña a pagar, los datos bancarios y el plazo.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Transferí la seña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 la cuenta bancaria que se muestra, dentro del plazo indicado.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507492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05663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Subí el comprobante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Adjuntás el recibo desde la misma página. Listo: el equipo lo verifica.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LA SEÑA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Cuánto y hasta cuándo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945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MONTO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Seña del valor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21945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PLAZO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Cuenta regresiva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79476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2400E"/>
                </a:solidFill>
                <a:latin typeface="Calibri"/>
              </a:rPr>
              <a:t>No te demores  </a:t>
            </a:r>
            <a:r>
              <a:rPr sz="1250" b="0">
                <a:solidFill>
                  <a:srgbClr val="92400E"/>
                </a:solidFill>
                <a:latin typeface="Calibri"/>
              </a:rPr>
              <a:t>Si no pagás antes del plazo, perdés la reserva y el vehículo vuelve a estar disponible para otros.</a:t>
            </a:r>
          </a:p>
        </p:txBody>
      </p:sp>
      <p:pic>
        <p:nvPicPr>
          <p:cNvPr id="8" name="Picture 7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066543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SI NO GANÁS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Perder o reserva no alcanzada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No siempre se gana, y está bien: siempre hay más oportunidades.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Te superaron al cierre:  </a:t>
            </a:r>
            <a:r>
              <a:rPr sz="1450" b="0">
                <a:solidFill>
                  <a:srgbClr val="52525B"/>
                </a:solidFill>
                <a:latin typeface="Calibri"/>
              </a:rPr>
              <a:t>otro postor ofreció más. El vehículo es para esa persona.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Reserva no alcanzada:  </a:t>
            </a:r>
            <a:r>
              <a:rPr sz="1450" b="0">
                <a:solidFill>
                  <a:srgbClr val="52525B"/>
                </a:solidFill>
                <a:latin typeface="Calibri"/>
              </a:rPr>
              <a:t>hubo ofertas pero no llegaron al mínimo de venta; nadie se lo lleva esta vez.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Volvé a intentar: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vehículo puede re-subastarse, y siempre entran nuevas unidades.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NOTIFICACIONES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Mantenete al tanto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Nueva subasta:  </a:t>
            </a:r>
            <a:r>
              <a:rPr sz="1450" b="0">
                <a:solidFill>
                  <a:srgbClr val="52525B"/>
                </a:solidFill>
                <a:latin typeface="Calibri"/>
              </a:rPr>
              <a:t>aviso cuando sale en vivo una subasta de tu segmento.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Te superaron: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cuando alguien supera tu oferta.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Ganaste: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cuando te adjudicás un vehículo.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Tus preferencias: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elegís qué correos y avisos querés recibir.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Listo para pujar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Encontrá tu próximo vehículo en Renew Subastas.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Automotores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
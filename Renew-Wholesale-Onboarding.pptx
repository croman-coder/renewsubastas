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8C8C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Bienvenido 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Subastas.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guía para comprar vehículos en el catálogo Wholesale, paso a paso.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0" y="13716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0" dirty="0"/>
          </a:p>
        </p:txBody>
      </p:sp>
      <p:sp>
        <p:nvSpPr>
          <p:cNvPr id="11" name="Text 9"/>
          <p:cNvSpPr/>
          <p:nvPr/>
        </p:nvSpPr>
        <p:spPr>
          <a:xfrm>
            <a:off x="877824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8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QUÉ ES RENEW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de vehículos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es la plataforma de Santa Rosa Automotores donde podés ver, pujar y comprar autos seleccionados — todo desde tu computadora o celular, con notificaciones instantáneas cuando aparece un vehículo que te interesa.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280160"/>
            <a:ext cx="731520" cy="731520"/>
          </a:xfrm>
          <a:prstGeom prst="rect">
            <a:avLst/>
          </a:prstGeom>
          <a:solidFill>
            <a:srgbClr val="0F0F0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0534" y="1441094"/>
            <a:ext cx="409651" cy="40965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09828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Pujas en vivo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09828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Anti-sniping: 60s extra cuando alguien puja sobre la hora.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2697480"/>
            <a:ext cx="73152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534" y="2858414"/>
            <a:ext cx="409651" cy="4096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09828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09828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en la app y en tu celular cuando se abre una subasta.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0" y="4114800"/>
            <a:ext cx="731520" cy="73152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427573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98280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seguro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09828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 a cuenta bancaria oficial de Santa Rosa, plazo de 24h.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INGRESAR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 ingreso.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te envía un email con un link para crear tu contraseña.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2971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Revisá tu email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383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Buscá el mensaje de Renew Subastas (puede estar en spam la primera vez).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777240" cy="7772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tu contraseña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526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Hacé clic en el link, definí una contraseña fuerte (mínimo 8 caracteres con letras y números).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77240" cy="7772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03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45920" y="5257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Entrá a la plataforma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5669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Volvé a renewsubastas.netlify.app, ingresá tu email + contraseña. Listo.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737860"/>
            <a:ext cx="411480" cy="41148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766" y="5828386"/>
            <a:ext cx="230429" cy="23042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25880" y="5669280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¿olvidaste la contraseña? Hacé clic en "¿Olvidaste tu contraseña?" en el login — el admin recibe tu pedido y te genera un link nuevo.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TU DASHBOARD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Conocé tu panel.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 sesión verás tu inicio con el resumen del día.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2617470" cy="219456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474720"/>
            <a:ext cx="640080" cy="640080"/>
          </a:xfrm>
          <a:prstGeom prst="rect">
            <a:avLst/>
          </a:prstGeom>
          <a:solidFill>
            <a:srgbClr val="0F0F0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3615538"/>
            <a:ext cx="358445" cy="35844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420624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activas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617720"/>
            <a:ext cx="20688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hay disponibles ahora en wholesale.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94710" y="3200400"/>
            <a:ext cx="2617470" cy="219456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69030" y="3474720"/>
            <a:ext cx="640080" cy="64008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8" y="3615538"/>
            <a:ext cx="358445" cy="35844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69030" y="420624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que pujé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69030" y="4617720"/>
            <a:ext cx="20688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donde participaste con al menos una puja.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49340" y="3200400"/>
            <a:ext cx="2617470" cy="219456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23660" y="3474720"/>
            <a:ext cx="640080" cy="64008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78" y="3615538"/>
            <a:ext cx="358445" cy="35844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23660" y="420624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Ganadas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23660" y="4617720"/>
            <a:ext cx="20688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que adjudicaste — acá ves las pendientes de pago.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903970" y="3200400"/>
            <a:ext cx="2617470" cy="219456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178290" y="3474720"/>
            <a:ext cx="640080" cy="64008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108" y="3615538"/>
            <a:ext cx="358445" cy="35844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78290" y="420624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Favoritas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178290" y="4617720"/>
            <a:ext cx="20688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marcados con el corazón para volver después.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CATÁLOGO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catálogo,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wholesale.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menú izquierdo tocá "Subastas". Vas a ver únicamente los vehículos del segmento Wholesale — el catálogo retail (público general) está separado y vos no lo ves.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1280160"/>
            <a:ext cx="3931920" cy="457200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554480"/>
            <a:ext cx="3200400" cy="19202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372600" y="2240280"/>
            <a:ext cx="548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3301" y="2360981"/>
            <a:ext cx="307238" cy="30723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5528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Corolla 2026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16.500,00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55280" y="4297680"/>
            <a:ext cx="1280160" cy="3200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0" y="4297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02h 14m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41832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tarjeta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tiempo +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 actual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0607040" y="1691640"/>
            <a:ext cx="365760" cy="36576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507" y="1772107"/>
            <a:ext cx="204826" cy="2048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CÓMO FUNCIONA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una subasta.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25880" y="233172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inicial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834640"/>
            <a:ext cx="271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desde el que arrancan las pujas.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8640" y="2377440"/>
            <a:ext cx="502920" cy="5029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435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44440" y="233172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44440" y="2834640"/>
            <a:ext cx="271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mínimo para superar la puja actual (ej. USD 500).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7200" y="2377440"/>
            <a:ext cx="502920" cy="5029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807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763000" y="233172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restante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63000" y="2834640"/>
            <a:ext cx="271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regresiva — cuando llega a 0, cierra.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325880" y="39776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Anti-sniping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480560"/>
            <a:ext cx="271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puja en los últimos 60s, se extiende 60s.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8640" y="4023360"/>
            <a:ext cx="502920" cy="5029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6" name="Text 24"/>
          <p:cNvSpPr/>
          <p:nvPr/>
        </p:nvSpPr>
        <p:spPr>
          <a:xfrm>
            <a:off x="435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044440" y="39776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44440" y="4480560"/>
            <a:ext cx="271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oculto mínimo — si no se alcanza, no hay venta.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7200" y="4023360"/>
            <a:ext cx="502920" cy="5029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0" name="Text 28"/>
          <p:cNvSpPr/>
          <p:nvPr/>
        </p:nvSpPr>
        <p:spPr>
          <a:xfrm>
            <a:off x="8077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763000" y="3977640"/>
            <a:ext cx="271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63000" y="4480560"/>
            <a:ext cx="271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absoluto por subasta: USD 200.000.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TU PRIMERA PUJA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Pujá en 3 toques.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Tocá una subasta del catálogo para abrir su pantalla.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777240" cy="7772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 un monto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Tocá uno de los 3 botones rápidos (mínimo, +1 incremento, +2 incrementos) o escribí el monto manual.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777240" cy="7772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86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Confirmá la puja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Tocá "Pujar". El sistema valida y registra tu oferta al instante.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777240" cy="7772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29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4592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 feedback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5394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 cartel verde "Estás ganando" si quedaste arriba. Si alguien te supera, te llega notificación.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737860"/>
            <a:ext cx="411480" cy="41148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766" y="5828386"/>
            <a:ext cx="230429" cy="230429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25880" y="5669280"/>
            <a:ext cx="10104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solo se aceptan montos con hasta 2 decimales (ej. 16.500,50). No vas a poder pujar arriba de USD 200.000.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ANTI-SNIPING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te roba</a:t>
            </a:r>
            <a:endParaRPr lang="en-US" sz="3800" dirty="0"/>
          </a:p>
          <a:p>
            <a:pPr indent="0" marL="0">
              <a:buNone/>
            </a:pPr>
            <a:r>
              <a:rPr lang="en-US" sz="38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subasta sobre la hora.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los últimos 60 segundos antes del cierre alguien puja, la cuenta regresiva se extiende automáticamente 60 segundos más. Las subastas terminan recién cuando pasa 1 minuto entero sin pujas nuevas.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657600" cy="41148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8288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spc="-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804672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DE GRACIA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puja tardía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NOTIFICACIONES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Activá las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Recibí alertas en tu celular/PC el instante que abre una nueva subasta wholesale — aún con la pestaña cerrada.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34442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 banner arriba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vez que entrás, verás "Activá las notificaciones".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8640" y="3840480"/>
            <a:ext cx="34442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2960" y="4114800"/>
            <a:ext cx="548640" cy="548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463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32960" y="47548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Tocá "Activar"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32960" y="512064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te va a pedir permiso. Aceptá.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7200" y="3840480"/>
            <a:ext cx="34442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1520" y="4114800"/>
            <a:ext cx="548640" cy="548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2" name="Text 20"/>
          <p:cNvSpPr/>
          <p:nvPr/>
        </p:nvSpPr>
        <p:spPr>
          <a:xfrm>
            <a:off x="835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51520" y="47548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51520" y="5120640"/>
            <a:ext cx="289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abra una subasta wholesale, te llega push + suena tu celular.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CENTRO DE ALERTAS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campanita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tu historial.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barra superior derecha vas a ver la 🔔 con un contador rojo si tenés notificaciones sin leer. Tocala para ver el feed agrupado por día (Hoy / Ayer / Esta semana).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notificación es clickeable — te lleva directo a la subasta.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 leídas tienen un puntito a la izquierda.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abrir el panel, todas se marcan como leídas.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1280160"/>
            <a:ext cx="3749040" cy="457200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0100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01000" y="2194560"/>
            <a:ext cx="3291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606040"/>
            <a:ext cx="109728" cy="109728"/>
          </a:xfrm>
          <a:prstGeom prst="ellipse">
            <a:avLst/>
          </a:prstGeom>
          <a:solidFill>
            <a:srgbClr val="0F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subasta disponible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2578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Corolla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4420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01000" y="3291840"/>
            <a:ext cx="3291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superaron en una subasta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3675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Kicks 2024 · USD 12.500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44200" y="3383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01000" y="4389120"/>
            <a:ext cx="3291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¡Ganaste!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4773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Civic 2018 · USD 16.500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44200" y="44805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SI TE SUPERAN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te supera.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Recibís dos avisos en simultáneo: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25780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291840"/>
            <a:ext cx="640080" cy="640080"/>
          </a:xfrm>
          <a:prstGeom prst="rect">
            <a:avLst/>
          </a:prstGeom>
          <a:solidFill>
            <a:srgbClr val="0F0F0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3432658"/>
            <a:ext cx="358445" cy="35844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4069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automático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05840" y="44805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llega al correo con el que te registraste. Contiene vehículo, monto nuevo, link directo para volver a pujar.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2926080"/>
            <a:ext cx="525780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29400" y="3291840"/>
            <a:ext cx="640080" cy="640080"/>
          </a:xfrm>
          <a:prstGeom prst="rect">
            <a:avLst/>
          </a:prstGeom>
          <a:solidFill>
            <a:srgbClr val="0F0F0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18" y="3432658"/>
            <a:ext cx="358445" cy="35844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29400" y="40690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en la app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629400" y="44805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la campanita 🔔 con badge rojo. Si activaste push, también suena en tu celular.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¿Querés volver a competir? Tocá la notificación y pujá un monto mayor — tan simple como eso.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GANASTE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-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¡Ganaste!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ahora?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automático con datos bancarios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9502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llega al instante con vehículo, monto seña, plazo y cuenta Santa Rosa.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4389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Tenés 24 horas para formalizar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727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llega el comprobante en ese tiempo, la adjudicación se libera.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2588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"Mis ganadas" ves los detalles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5046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regresiva en vivo + datos para copiar al banco con un toque.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PAGAR LA SEÑA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la seña.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Andá a "Ganadas" en el menú izquierdo y tocá el vehículo.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Copiá los datos del banco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546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 tiene un botón de copiar (📋) — un toque copia al portapapeles.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716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Transferí el monto exacto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te muestra el monto de la seña (10% del precio final).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71600" y="4526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Enviá el comprobante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892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WhatsApp o email al contacto de Santa Rosa que figura en pantalla.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548640" cy="54864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371600" y="53949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 confirmación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5760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marca tu pago como confirmado. Verás el estado verde.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2651760"/>
            <a:ext cx="3749040" cy="3291840"/>
          </a:xfrm>
          <a:prstGeom prst="rect">
            <a:avLst/>
          </a:prstGeom>
          <a:solidFill>
            <a:srgbClr val="F5F5F5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RESTANTE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46720" y="3429000"/>
            <a:ext cx="777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347472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046720" y="4069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842248" y="3429000"/>
            <a:ext cx="777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42248" y="347472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842248" y="4069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637776" y="3429000"/>
            <a:ext cx="777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37776" y="347472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637776" y="4069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433304" y="3429000"/>
            <a:ext cx="777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33304" y="347472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10433304" y="4069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04672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seña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1.650,00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04672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del precio final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TU PERFIL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Mantené tu perfil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-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Tocá tu avatar en la esquina superior derecha → Configuración.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34442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114800"/>
            <a:ext cx="59436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4245559"/>
            <a:ext cx="332842" cy="3328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48006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5166360"/>
            <a:ext cx="289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personales, documento, teléfono, dirección.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58640" y="3840480"/>
            <a:ext cx="34442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32960" y="4114800"/>
            <a:ext cx="59436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719" y="424555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32960" y="48006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632960" y="5166360"/>
            <a:ext cx="289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contraseña, cerrar sesiones en otros dispositivos.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77200" y="3840480"/>
            <a:ext cx="344424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51520" y="4114800"/>
            <a:ext cx="594360" cy="59436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279" y="4245559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51520" y="48006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351520" y="5166360"/>
            <a:ext cx="289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Idioma, tema (claro/oscuro), qué emails recibís.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1168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SUBASTAS · WHOLESALE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78240" y="448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088136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Subastas · Santa Rosa Automotores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¿Dudas?</a:t>
            </a:r>
            <a:endParaRPr lang="en-US" sz="5600" dirty="0"/>
          </a:p>
          <a:p>
            <a:pPr indent="0" marL="0">
              <a:buNone/>
            </a:pPr>
            <a:r>
              <a:rPr lang="en-US" sz="56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para ayudarte.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432694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32588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wholesale@santarosa.com.py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80560" y="4206240"/>
            <a:ext cx="548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61" y="43269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16636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+595 21 000-0000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321040" y="4206240"/>
            <a:ext cx="548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6D6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43269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900684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renewsubastas.netlify.app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0" y="548640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· Wholesale</dc:title>
  <dc:subject>PptxGenJS Presentation</dc:subject>
  <dc:creator>Renew Subastas</dc:creator>
  <cp:lastModifiedBy>Renew Subastas</cp:lastModifiedBy>
  <cp:revision>1</cp:revision>
  <dcterms:created xsi:type="dcterms:W3CDTF">2026-06-08T20:59:57Z</dcterms:created>
  <dcterms:modified xsi:type="dcterms:W3CDTF">2026-06-08T20:59:57Z</dcterms:modified>
</cp:coreProperties>
</file>